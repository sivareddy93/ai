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30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F4115-DB8C-442C-9A5D-C13A8E04F94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DD087-A3D4-4B4C-9B6A-CD15B2C00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3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3DD087-A3D4-4B4C-9B6A-CD15B2C00B8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4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dirty="0"/>
          </a:p>
        </p:txBody>
      </p:sp>
      <p:pic>
        <p:nvPicPr>
          <p:cNvPr id="3" name="Picture 2" descr="temp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11" y="450938"/>
            <a:ext cx="8392438" cy="5561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218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2</Words>
  <Application>Microsoft Office PowerPoint</Application>
  <PresentationFormat>On-screen Show (4:3)</PresentationFormat>
  <Paragraphs>2</Paragraphs>
  <Slides>75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Windows User</cp:lastModifiedBy>
  <cp:revision>3</cp:revision>
  <dcterms:created xsi:type="dcterms:W3CDTF">2013-01-27T09:14:16Z</dcterms:created>
  <dcterms:modified xsi:type="dcterms:W3CDTF">2026-01-07T04:08:13Z</dcterms:modified>
  <cp:category/>
</cp:coreProperties>
</file>